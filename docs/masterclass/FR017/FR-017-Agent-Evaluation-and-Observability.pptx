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5.png"/><Relationship Id="rId8" Type="http://schemas.openxmlformats.org/officeDocument/2006/relationships/image" Target="../media/image-12-6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1.png"/><Relationship Id="rId8" Type="http://schemas.openxmlformats.org/officeDocument/2006/relationships/image" Target="../media/image-1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1.png"/><Relationship Id="rId4" Type="http://schemas.openxmlformats.org/officeDocument/2006/relationships/image" Target="../media/image-15-2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5.png"/><Relationship Id="rId8" Type="http://schemas.openxmlformats.org/officeDocument/2006/relationships/image" Target="../media/image-15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1.png"/><Relationship Id="rId4" Type="http://schemas.openxmlformats.org/officeDocument/2006/relationships/image" Target="../media/image-18-2.svg"/><Relationship Id="rId5" Type="http://schemas.openxmlformats.org/officeDocument/2006/relationships/image" Target="../media/image-18-1.png"/><Relationship Id="rId6" Type="http://schemas.openxmlformats.org/officeDocument/2006/relationships/image" Target="../media/image-18-2.svg"/><Relationship Id="rId7" Type="http://schemas.openxmlformats.org/officeDocument/2006/relationships/image" Target="../media/image-18-1.png"/><Relationship Id="rId8" Type="http://schemas.openxmlformats.org/officeDocument/2006/relationships/image" Target="../media/image-1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805532"/>
            <a:ext cx="1791444" cy="188565"/>
          </a:xfrm>
          <a:prstGeom prst="roundRect">
            <a:avLst>
              <a:gd name="adj" fmla="val 7894"/>
            </a:avLst>
          </a:prstGeom>
          <a:solidFill>
            <a:srgbClr val="110745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842739"/>
            <a:ext cx="20998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MASTERCLASS 002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04365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Career Intelligence Copilot — FR-017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1868314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Agent Evaluation &amp; Observability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2248198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Derive-Only Metrics, Reconstructability, and Anti-Theatre Observability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586186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4049092" y="2710160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49092" y="2978423"/>
            <a:ext cx="20514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Learning Academy — Lean Edition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48487" y="2586186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6472461" y="2710160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72461" y="2978423"/>
            <a:ext cx="20514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/ Frozen / Accepted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623295"/>
            <a:ext cx="4722763" cy="714673"/>
          </a:xfrm>
          <a:prstGeom prst="roundRect">
            <a:avLst>
              <a:gd name="adj" fmla="val 2604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4049092" y="3747269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49092" y="4015532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Experienced engineers preparing for technical interviews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1370"/>
            <a:ext cx="124256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758577"/>
            <a:ext cx="155093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594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FR-017 Actually Answers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2154" y="1672605"/>
            <a:ext cx="7965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 multi-agent orchestration layer has written honest audit records, how do you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those records without inventing an observability product?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533079"/>
            <a:ext cx="14288" cy="675977"/>
          </a:xfrm>
          <a:prstGeom prst="roundRect">
            <a:avLst>
              <a:gd name="adj" fmla="val 49998"/>
            </a:avLst>
          </a:prstGeom>
          <a:solidFill>
            <a:srgbClr val="AC9EF5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348582"/>
            <a:ext cx="8151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accepted answer is 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narrow derive-only evaluation substrate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Existing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Handoff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child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artefacts are treated as the only evidence. Pure functions derive metrics, correlate parent/child execution, and score reconstructability against twelve fixed questions (R1–R12). A thin read-only CLI presents the result. Nothing mutates the runtime. Nothing becomes a second system of record.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281958"/>
            <a:ext cx="2634555" cy="11401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1530" y="3420219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Commercial Posture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1530" y="3688482"/>
            <a:ext cx="23008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near-term product value — high learning and interview value.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3281958"/>
            <a:ext cx="2634630" cy="1140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0059" y="3420219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Honesty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50059" y="3688482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Distinguishes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metadata from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zero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Refuses to repair contradictory audits.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3281958"/>
            <a:ext cx="2634555" cy="11401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08663" y="3420219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Interview Signal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08663" y="3688482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how mature systems separate instrumentation, evaluation, and dashboards — three distinct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6564"/>
            <a:ext cx="623590" cy="179561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035" y="401985"/>
            <a:ext cx="938957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91145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Engineering Problem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129605"/>
            <a:ext cx="8151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FR-016, Career Intelligence Copilot had orchestration audits: parent runs, typed handoffs, stop reasons, child agent runs, and resume/idempotency keys. What it lacked was a first-class way to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those audits as evaluation evidence.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5724"/>
            <a:ext cx="4019550" cy="12270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4977" y="1714351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8576" y="2098625"/>
            <a:ext cx="375463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Reconstruct Authority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576" y="2350889"/>
            <a:ext cx="375463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reconstruct the authority story of a run without reading source code?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8331" y="1625724"/>
            <a:ext cx="4019550" cy="1227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7190" y="1714351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60788" y="2098625"/>
            <a:ext cx="375463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Offline Comparison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60788" y="2350889"/>
            <a:ext cx="375463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compare runs deterministically, without a live LLM?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5400"/>
            <a:ext cx="4019550" cy="12270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34977" y="3054028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8576" y="3438302"/>
            <a:ext cx="375463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Absent vs. Zero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8576" y="3690565"/>
            <a:ext cx="375463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tokens or cost are absent, is that "zero usage" or "unknown"?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331" y="2965400"/>
            <a:ext cx="4019550" cy="12270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67190" y="3054028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60788" y="3438302"/>
            <a:ext cx="375463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Orphan Linkage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760788" y="3690565"/>
            <a:ext cx="375463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child id doesn't join cleanly to a handoff, do we invent linkage or surface the gap?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96119" y="4319141"/>
            <a:ext cx="8151763" cy="457795"/>
          </a:xfrm>
          <a:prstGeom prst="roundRect">
            <a:avLst>
              <a:gd name="adj" fmla="val 3874"/>
            </a:avLst>
          </a:prstGeom>
          <a:solidFill>
            <a:srgbClr val="1D0C7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288" y="4487242"/>
            <a:ext cx="147786" cy="11817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0244" y="4461346"/>
            <a:ext cx="810666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evidence, semantics, and source-of-truth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problems — not "add Prometheus" problems.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7041"/>
            <a:ext cx="67426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654248"/>
            <a:ext cx="98263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5516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Previous Approaches Were Insufficient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2875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tempting approaches were considered and rejected. Understanding the rejections is half the lesson.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766739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1890713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Laundry-List FR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2158975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Traces, checkpoints, dashboards — most already owned by FR-008, FR-014, FR-015, FR-016. Building it duplicates frozen work.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1766739"/>
            <a:ext cx="2634630" cy="1508522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3378622" y="1890713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Instrument the Runtime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8622" y="2158975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events until every chart is easy fails the derive-only gate. You're redesigning under measurement pressure, not evaluating the current system.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1766739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6137225" y="1890713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Fork Child 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7225" y="2158975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FR-015 already owns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AgentRunMetrics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careful missing-vs-zero semantics. Re-implementing creates two competing definitions.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414787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20092" y="3538761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Dashboards as Proof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092" y="3807023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board plotting "latency = 0" for runs that never recorded latency converts absence into fake precision — worse than no board.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3987" y="3414787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7961" y="3538761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Block Horizon 1B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7961" y="3807023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Coupling recruiter outreach to FR-017 inverts sequencing. Evaluation substrate improves learning; it does not improve application throughput.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3272"/>
            <a:ext cx="621953" cy="173757"/>
          </a:xfrm>
          <a:prstGeom prst="roundRect">
            <a:avLst>
              <a:gd name="adj" fmla="val 7898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4728" y="377577"/>
            <a:ext cx="941933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59147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Chosen Architecture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074613"/>
            <a:ext cx="860896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is deliberately boring. That is the point.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368996"/>
            <a:ext cx="7890644" cy="2960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2209" y="3496503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Operational 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02299" y="349650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Read‑Only CLI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10540" y="349650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Reconstructability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18781" y="349650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 Derive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94415" y="349650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Artefact Input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6119" y="4448473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is read-only. No store writes. No supervisor start or resume. No specialist execution. The pipeline proves what existing records already support — without touching the runtime.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007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Ownership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1564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has a single, narrow role: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other concern is owned by an existing FR.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53629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17588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79166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40744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02322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463900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4929" y="1737568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Concern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7571" y="1737568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10212" y="173756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FR-017 Role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4929" y="2099146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traces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7571" y="2099146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0212" y="2099146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2460724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7571" y="2460724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10212" y="2460724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status only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929" y="2822302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BOPA / AgentRun metrics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67571" y="2822302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10212" y="282230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3183880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audits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7571" y="3183880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10212" y="318388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records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929" y="3545458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Derive, correlate, evaluate, present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7571" y="3545458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FR-017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0212" y="354545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6119" y="3967386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1D0C74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47170"/>
            <a:ext cx="155004" cy="12397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9071" y="412231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ownership boundaries creates twin definitions and silent drift. FR-017 never becomes a system of record.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7165"/>
            <a:ext cx="1093440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54372"/>
            <a:ext cx="140181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EXAMPLE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529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Evaluation Flow — Step by Step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28874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356382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Deliver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47101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Surface Gaps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356382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Compute Scores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47101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 Metrics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47101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 Audit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32933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invariant: the evaluator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invents precision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heals bad audits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Gaps are named. Contradictions are surfaced. Repair belongs to runtime correctness work — not to an evaluation layer pretending success.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7995"/>
            <a:ext cx="387028" cy="156046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33" y="418802"/>
            <a:ext cx="720998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R1–R12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78048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Reconstructability as Acceptance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19" y="1026542"/>
            <a:ext cx="860896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fixed questions an owner must answer from artefacts alone.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supported by evidence.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names the missing or contradictory evidence.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36810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1528390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608311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 — Owner Goal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193089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6119" y="2091184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17110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R2 — Observed 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493690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6119" y="2653978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733898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R3 — Specialist Selection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119" y="305648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6119" y="3216771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296692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R4 — DelegationPolicy Consistency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3619277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779565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85948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R5 — Authority Boundary (OBS/BOPA)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119" y="4182070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6119" y="4342358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6119" y="4422279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R6 — Handoff Lifecycle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2076" y="136810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2076" y="1528390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2076" y="1608311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R7 — Child Output References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2076" y="193089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2076" y="2091184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9" name="Text 27"/>
          <p:cNvSpPr/>
          <p:nvPr/>
        </p:nvSpPr>
        <p:spPr>
          <a:xfrm>
            <a:off x="4702076" y="217110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R8 — Stop Reason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2076" y="2493690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2076" y="2653978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2" name="Text 30"/>
          <p:cNvSpPr/>
          <p:nvPr/>
        </p:nvSpPr>
        <p:spPr>
          <a:xfrm>
            <a:off x="4702076" y="2733898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R9 — Owner Next 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2076" y="305648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2076" y="3216771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5" name="Text 33"/>
          <p:cNvSpPr/>
          <p:nvPr/>
        </p:nvSpPr>
        <p:spPr>
          <a:xfrm>
            <a:off x="4702076" y="3296692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R10 — Limits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2076" y="3619277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2076" y="3779565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8" name="Text 36"/>
          <p:cNvSpPr/>
          <p:nvPr/>
        </p:nvSpPr>
        <p:spPr>
          <a:xfrm>
            <a:off x="4702076" y="385948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R11 — Parent/Child Walk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2076" y="4182070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2076" y="4342358"/>
            <a:ext cx="3950568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41" name="Text 39"/>
          <p:cNvSpPr/>
          <p:nvPr/>
        </p:nvSpPr>
        <p:spPr>
          <a:xfrm>
            <a:off x="4702076" y="4422279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R12 — Resume / Idempotency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78198"/>
            <a:ext cx="677838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215405"/>
            <a:ext cx="98621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1632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Engineering Principles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9906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206" y="1989906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Before You Instrument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1206" y="2258169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what existing records support first. Instrument only when reconstructability fails for a reason that cannot be fixed by better derivation or clearer ownership.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989906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4553" y="1989906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Observability ≠ Dashboards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14553" y="2258169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means: can a competent engineer reconstruct what happened and what was unknown? Charts are one possible presentation — not the definition.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01578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206" y="3101578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≠ Zero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61206" y="3369841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field never recorded.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measured empty. Coercing absence into zero is a semantic bug that infects every aggregate downstream.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101578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4553" y="3101578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Contradictions; Don't Repair Them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14553" y="3369841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child ids and contradictory linkage produce R-signal failures. Evaluation surfaces them. Repair belongs to runtime correctness work.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829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More Engineering Principles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63862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1206" y="1963862"/>
            <a:ext cx="214878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Preserve Source-of-Truth Boundaries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61206" y="2425973"/>
            <a:ext cx="2148780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evaluates. It does not become the system of record. FR-015 owns child metrics schemas. FR-016 owns orchestration audit shape. Crossing those boundaries creates twin definitions and silent drift.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963862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0079" y="1963862"/>
            <a:ext cx="214885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Read-Only Evaluation Surfaces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730079" y="2425973"/>
            <a:ext cx="21488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evaluation CLI that can start supervisors or mutate pipelines is not an evaluation CLI — it is a control plane with a misleading name. FR-017 paths load only.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963862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9027" y="1963862"/>
            <a:ext cx="214885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Don't Let Learning Block Acquisition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99027" y="2425973"/>
            <a:ext cx="21488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evaluation substrate must not gate recruiter outreach. Sequencing discipline is an engineering principle, not only a roadmap preference.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35657"/>
            <a:ext cx="672554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772864"/>
            <a:ext cx="98092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7378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Validation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09353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15/15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96119" y="2173709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Corpus 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441972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cases; repeatability confirmed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64991" y="160935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64991" y="217370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4991" y="2441972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AND FREEZE — remain narrow derive-only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3939" y="160935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3939" y="217370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Runtime Changes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3939" y="2441972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DOS/BOPA/OBS contract changes required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2978423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offline corpus of fifteen fixtures covers: successful orchestration, blocked delegation, BOPA child and OBS brief, missing optional metadata vs. measured zero, orphan child, missing child join, stale handoff, resumed/idempotent run, loop stops, provider unavailable, contradictory audit, and mixed aggregate roll-up.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713336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183A1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93121"/>
            <a:ext cx="155004" cy="12397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9071" y="3868266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failures are part of the design: orphan cases fail R11; contradictory audits fail R7 and R11. A suite that only passes happy paths would be reconstructability theatre.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0354"/>
            <a:ext cx="675233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87561"/>
            <a:ext cx="98360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847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262063"/>
            <a:ext cx="4103191" cy="3431009"/>
          </a:xfrm>
          <a:prstGeom prst="roundRect">
            <a:avLst>
              <a:gd name="adj" fmla="val 542"/>
            </a:avLst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38603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Accepted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508" y="1705124"/>
            <a:ext cx="1864370" cy="937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3344" y="1719411"/>
            <a:ext cx="169753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Derive-only over existing audits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3344" y="2231082"/>
            <a:ext cx="16975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the real system, not a redesigned one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1595" y="1705124"/>
            <a:ext cx="1864444" cy="9371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88431" y="1719411"/>
            <a:ext cx="1697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R1–R12 as first-class acceptance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88431" y="2231082"/>
            <a:ext cx="1697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Forces evidence, not storytelling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508" y="2861742"/>
            <a:ext cx="1864370" cy="9417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3344" y="2876029"/>
            <a:ext cx="169753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Reuse FR-015 child metrics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3344" y="3387700"/>
            <a:ext cx="16975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definition of tokens/cost/provider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1595" y="2861742"/>
            <a:ext cx="1864444" cy="9417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88431" y="2876029"/>
            <a:ext cx="1697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Thin CLI instead of UI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2688431" y="3193852"/>
            <a:ext cx="1697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Interviewable and owner-operable without product weight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6508" y="4022973"/>
            <a:ext cx="3869531" cy="5448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344" y="4037261"/>
            <a:ext cx="37026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Low commercial claim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83344" y="4355083"/>
            <a:ext cx="37026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Avoids observability theatre and false ROI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728046" y="138603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Deferred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728046" y="1703859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Token/cost completeness for every offline fixture, CLI polish, and richer fault-injection productisation. Nulls remain honest; polish is not a freeze blocker.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728046" y="242322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Out of Scope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728046" y="2741042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alerts, live tracing platforms, telemetry backends, monitoring SaaS, pipeline mutation, submission behaviour, Horizon 1B integration.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728046" y="346040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🔮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Future FR (only if justified)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728046" y="377822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Richer time-travel replay or broader observability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derive-only evaluation fails to answer owner-critical questions at scale. Desire for dashboards is not justification.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5677"/>
            <a:ext cx="1298674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52884"/>
            <a:ext cx="160704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EMPLOYERS CARE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380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Production-Grade Evaluation Discipline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2154" y="1366912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Employers need engineers who can evaluate complex systems without inventing parallel platforms.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227386"/>
            <a:ext cx="14288" cy="477515"/>
          </a:xfrm>
          <a:prstGeom prst="roundRect">
            <a:avLst>
              <a:gd name="adj" fmla="val 49998"/>
            </a:avLst>
          </a:prstGeom>
          <a:solidFill>
            <a:srgbClr val="AC9EF5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1844427"/>
            <a:ext cx="4013895" cy="1210717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8" name="Shape 6"/>
          <p:cNvSpPr/>
          <p:nvPr/>
        </p:nvSpPr>
        <p:spPr>
          <a:xfrm>
            <a:off x="620092" y="1968401"/>
            <a:ext cx="372070" cy="372070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412" y="2070646"/>
            <a:ext cx="167432" cy="1674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0092" y="2464445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from Existing Records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0092" y="273270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Evidence-first thinking over instrumentation-first habit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33987" y="1844427"/>
            <a:ext cx="4013895" cy="1210717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7961" y="1968401"/>
            <a:ext cx="372070" cy="372070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0280" y="2070646"/>
            <a:ext cx="167432" cy="1674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7961" y="2464445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Refuse False Precision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57961" y="273270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semantics when data is absent —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≠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96119" y="3179118"/>
            <a:ext cx="4013895" cy="1210717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18" name="Shape 14"/>
          <p:cNvSpPr/>
          <p:nvPr/>
        </p:nvSpPr>
        <p:spPr>
          <a:xfrm>
            <a:off x="620092" y="3303091"/>
            <a:ext cx="372070" cy="372070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412" y="3405336"/>
            <a:ext cx="167432" cy="1674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0092" y="379913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Inconsistency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0092" y="406739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parent/child gaps without silently "fixing" them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33987" y="3179118"/>
            <a:ext cx="4013895" cy="1210717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7961" y="3303091"/>
            <a:ext cx="372070" cy="372070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0280" y="3405336"/>
            <a:ext cx="167432" cy="1674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57961" y="379913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Keep Evaluation Read-Only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57961" y="406739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must not become accidental mutation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96119" y="452936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useful anywhere audits, workflows, or multi-service traces must be trusted — not just in this codebase.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65274"/>
            <a:ext cx="164261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802481"/>
            <a:ext cx="19509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 — INTERVIEW PREP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0339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Interview Q&amp;A — Part 1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6983"/>
            <a:ext cx="4013895" cy="1338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1715244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What problem did FR-017 solve?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1983507"/>
            <a:ext cx="36802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evaluate multi-agent orchestration audits honestly — reconstructability, missing-data semantics, and parent/child correlation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without building an observability platform or changing the runtime.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576983"/>
            <a:ext cx="4013895" cy="1338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29398" y="1715244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Why not add dashboards first?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29398" y="1983507"/>
            <a:ext cx="36802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present numbers; they do not create trustworthy semantics. If missing latency is plotted as zero, the board lies. We proved derive-only reconstructability first.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Dashboards remain unjustified until that approach fails at scale.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39591"/>
            <a:ext cx="4013895" cy="1338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530" y="317785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What does derive-only mean in practice?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1530" y="3446115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 over existing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Handoff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 AgentRun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new events, no telemetry store, no DOS/BOPA/OBS behaviour changes.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039591"/>
            <a:ext cx="4013895" cy="1338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29398" y="317785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Explain missing versus zero.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29398" y="3446115"/>
            <a:ext cx="36802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 the optional field was never recorded.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 it was recorded and measured empty.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Aggregates must not coerce absence into zero or every cost roll-up becomes fiction.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66775"/>
            <a:ext cx="164261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903982"/>
            <a:ext cx="19509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 — INTERVIEW PREP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0490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Interview Q&amp;A — Part 2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78484"/>
            <a:ext cx="4013895" cy="11401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181674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What are R1–R12?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085008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reconstructability questions from goal through resume/idempotency. PASS requires evidence; FAIL names the gap.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Contradictions are surfaced, not repaired.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678484"/>
            <a:ext cx="4013895" cy="11401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29398" y="181674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Give an example of an expected FAIL.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29398" y="2085008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orphaned child reference fails R11. A contradictory completed run that cannot join child output fails R7 and R11.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corpus treats those as GO when detected correctly.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42630"/>
            <a:ext cx="4013895" cy="1334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530" y="3080891"/>
            <a:ext cx="36802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Why reuse FR-015 metrics instead of redefining them?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1530" y="3543002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token/cost/provider semantics already existed. Forking them would create two truths.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should consume authoritative metrics, not re-author them.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2942630"/>
            <a:ext cx="4013895" cy="1334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29398" y="3080891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Q: When would you build richer observability?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29398" y="3349154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owner-critical questions cannot be answered from derived audits at the scale that matters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 concrete failing evidence, not aesthetic preference.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4789"/>
            <a:ext cx="675084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971996"/>
            <a:ext cx="98345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7291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Engineering Lessons to Remember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2154" y="2242617"/>
            <a:ext cx="2448446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118568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136" y="2211586"/>
            <a:ext cx="186035" cy="186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0092" y="2614613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Derive Before You Instrument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0092" y="2882875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Probe what existing records already support. New telemetry is a design change, not a default first step.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40683" y="2056581"/>
            <a:ext cx="2448520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11" name="Shape 8"/>
          <p:cNvSpPr/>
          <p:nvPr/>
        </p:nvSpPr>
        <p:spPr>
          <a:xfrm>
            <a:off x="3254648" y="1932533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665" y="2025551"/>
            <a:ext cx="186035" cy="1860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8622" y="2428577"/>
            <a:ext cx="238668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Missing ≠ Zero — Contradictions Are Not Repaired by Evaluation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78622" y="3084537"/>
            <a:ext cx="2386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semantics beat pretty aggregates. An evaluation layer that heals bad audits is lying for convenience.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99287" y="1870546"/>
            <a:ext cx="2448446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16" name="Shape 12"/>
          <p:cNvSpPr/>
          <p:nvPr/>
        </p:nvSpPr>
        <p:spPr>
          <a:xfrm>
            <a:off x="6013252" y="1746498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6269" y="1839516"/>
            <a:ext cx="186035" cy="1860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7225" y="2242542"/>
            <a:ext cx="238660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Observability Is Reconstructability Under Authority Boundaries — Not Dashboards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37225" y="3092351"/>
            <a:ext cx="238660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cannot walk goal → decision → handoff → child → stop → next action from artefacts, you do not have observability yet, no matter how many panels you ship.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007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Honest Product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1564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honesty is itself an engineering artefact. Overclaiming value is a form of technical debt in product communication.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53629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17588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79166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40744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02322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463900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4929" y="1737568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10212" y="173756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Answer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4929" y="2099146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daily preparation?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10212" y="2099146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material improvement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929" y="2460724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Materially improves Horizon 1B?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0212" y="2460724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2822302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operational / audit insight?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10212" y="282230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929" y="3183880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Justifies dashboards now?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10212" y="318388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4929" y="3545458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remain narrow?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10212" y="354545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6119" y="3967386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1D0C7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47170"/>
            <a:ext cx="155004" cy="12397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9071" y="412231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is not "we built observability." It is "we made orchestration audits evaluable — honestly, narrowly, and without theatre."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90774"/>
            <a:ext cx="957411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227981"/>
            <a:ext cx="126578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FRAME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2889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FR-017 Freezes as a Posture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02482"/>
            <a:ext cx="4013895" cy="9131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2" y="212645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Separate Evaluation from Runtime Mutation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2394719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evaluation layer that mutates is a control plane with a misleading name.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2002482"/>
            <a:ext cx="4013895" cy="9131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7961" y="212645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Refuse Second Sources of Truth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7961" y="2394719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ownership boundaries creates twin definitions and silent drift.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39591"/>
            <a:ext cx="4013895" cy="9131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092" y="3163565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Keep Commercial Claims Proportional to Evidence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0092" y="343182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Overclaiming value is technical debt in product communication.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039591"/>
            <a:ext cx="4013895" cy="9131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7961" y="3163565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Leave Adjacent Horizons Unblocked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757961" y="3431828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work not on the critical path must not gate acquisition work.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Interview-Ready Story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74657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is a small system with a large teaching surface. It demonstrates how senior engineers separate instrumentation, evaluation, and dashboards — and why those three are not the same decision.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7020"/>
            <a:ext cx="8151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the truth you already have —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496119" y="1997943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before you instrument a truth you wish you had.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496119" y="328471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346948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Learning Academy — Lean Edition Masterclass 002 · FR-017 Agent Evaluation &amp; Observability · Status: Complete / Frozen / Accepted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2026-08-07T02:09:05Z</dcterms:created>
  <dcterms:modified xsi:type="dcterms:W3CDTF">2026-08-07T02:09:05Z</dcterms:modified>
</cp:coreProperties>
</file>